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C4748D">
              <a:alpha val="20000"/>
            </a:srgbClr>
          </a:solidFill>
          <a:ln w="12700">
            <a:solidFill>
              <a:srgbClr val="C4748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B07CC6">
              <a:alpha val="15000"/>
            </a:srgbClr>
          </a:solidFill>
          <a:ln w="12700">
            <a:solidFill>
              <a:srgbClr val="B07CC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B07CC6">
              <a:alpha val="40000"/>
            </a:srgbClr>
          </a:solidFill>
          <a:ln w="12700">
            <a:solidFill>
              <a:srgbClr val="B07CC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DE0FA"/>
                </a:solidFill>
              </a:rPr>
              <a:t>✦  WELLNESS APP  ·  TEAM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D98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Girl Space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🌸  Mood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6BAED6">
              <a:alpha val="25000"/>
            </a:srgbClr>
          </a:solidFill>
          <a:ln w="12700">
            <a:solidFill>
              <a:srgbClr val="6BAED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💧  Hydration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07CC6">
              <a:alpha val="25000"/>
            </a:srgbClr>
          </a:solidFill>
          <a:ln w="12700">
            <a:solidFill>
              <a:srgbClr val="B07CC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🧘  Habits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5AB89A">
              <a:alpha val="25000"/>
            </a:srgbClr>
          </a:solidFill>
          <a:ln w="12700">
            <a:solidFill>
              <a:srgbClr val="5AB89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📓  Journal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9B7CC6">
              <a:alpha val="25000"/>
            </a:srgbClr>
          </a:solidFill>
          <a:ln w="12700">
            <a:solidFill>
              <a:srgbClr val="9B7CC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💜  Amie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9AA8"/>
                </a:solidFill>
              </a:rPr>
              <a:t>Privacy-first  ·  localStorage DB  ·  AI chatbot (RAG)  ·  Multi-user  ·  Fully offline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2C4CE">
              <a:alpha val="40000"/>
            </a:srgbClr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748D"/>
                </a:solidFill>
              </a:rPr>
              <a:t>✦  FEATURES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she needs, in one cozy place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48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Mood Tracker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Log emotions · 6 types · Weekly chart · Up to 100 entries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AED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Hydration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73552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8-cup tracker · Smart reminders · Hydration queen badge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7CC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Habits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Custom habits · Streak counter · Add / remove · Progress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B89A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Journal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Notebook UI · Daily prompts · Word count · Auto-save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Skincare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73552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AM routine · 5 steps · Tap to check off · One-tap reset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CC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💜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02C"/>
                </a:solidFill>
              </a:rPr>
              <a:t>Amie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08192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Claude chatbot · RAG context · Chat history · Offline-safe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B07CC6">
              <a:alpha val="15000"/>
            </a:srgbClr>
          </a:solidFill>
          <a:ln w="12700">
            <a:solidFill>
              <a:srgbClr val="B07CC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C4748D">
              <a:alpha val="15000"/>
            </a:srgbClr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8BA0"/>
                </a:solidFill>
              </a:rPr>
              <a:t>✦  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Frontend, Backend &amp; Libraries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3566160"/>
          </a:xfrm>
          <a:prstGeom prst="rect">
            <a:avLst/>
          </a:prstGeom>
          <a:solidFill>
            <a:srgbClr val="C4748D">
              <a:alpha val="1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8BA0"/>
                </a:solidFill>
              </a:rPr>
              <a:t>🎨  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HTML5  — semantic structure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48256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CSS3  — custom properties,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grid, flexbox, animations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23744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Vanilla JS (ES6+)  —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frameworks, zero deps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99232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Fonts  — Playfair Display,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DM Sans, Caveat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74720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CSS Variables  — full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light / dark theme system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950208"/>
            <a:ext cx="2468880" cy="411480"/>
          </a:xfrm>
          <a:prstGeom prst="rect">
            <a:avLst/>
          </a:prstGeom>
          <a:solidFill>
            <a:srgbClr val="F2C4CE">
              <a:alpha val="12000"/>
            </a:srgbClr>
          </a:solidFill>
          <a:ln w="12700">
            <a:solidFill>
              <a:srgbClr val="C4748D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Responsive design  — mobile-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first, works on all screens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B07CC6">
              <a:alpha val="15000"/>
            </a:srgbClr>
          </a:solidFill>
          <a:ln w="12700">
            <a:solidFill>
              <a:srgbClr val="B07CC6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DE0FA"/>
                </a:solidFill>
              </a:rPr>
              <a:t>⚙️  BACKEND /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1572768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localStorage  — browser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native key-value store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048256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048256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db.js  — custom DB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(AmoreDB module)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2523744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523744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namespacing  — per-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data isolation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2999232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999232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Session management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JSON in localStorage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474720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Base64 passwords  — btoa()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 prototype-level auth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7560" y="3950208"/>
            <a:ext cx="2468880" cy="411480"/>
          </a:xfrm>
          <a:prstGeom prst="rect">
            <a:avLst/>
          </a:prstGeom>
          <a:solidFill>
            <a:srgbClr val="EDE0FA">
              <a:alpha val="12000"/>
            </a:srgbClr>
          </a:solidFill>
          <a:ln w="12700">
            <a:solidFill>
              <a:srgbClr val="B07CC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Export / Import API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JSON backup &amp; restore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1051560"/>
            <a:ext cx="2651760" cy="3566160"/>
          </a:xfrm>
          <a:prstGeom prst="rect">
            <a:avLst/>
          </a:prstGeom>
          <a:solidFill>
            <a:srgbClr val="5AB89A">
              <a:alpha val="15000"/>
            </a:srgbClr>
          </a:solidFill>
          <a:ln w="12700">
            <a:solidFill>
              <a:srgbClr val="5AB89A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F3EA"/>
                </a:solidFill>
              </a:rPr>
              <a:t>🤖  EXTERNAL APIs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1572768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Anthropic Claude API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 chatbot (Amie)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048256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048256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claude-sonnet-4-6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model used for RAG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2523744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2523744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REST / fetch()  — native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browser API, no axios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2999232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2999232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Fonts API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font loading via CDN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474720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npm, no webpack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zero build toolchain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3950208"/>
            <a:ext cx="2468880" cy="411480"/>
          </a:xfrm>
          <a:prstGeom prst="rect">
            <a:avLst/>
          </a:prstGeom>
          <a:solidFill>
            <a:srgbClr val="D8F3EA">
              <a:alpha val="12000"/>
            </a:srgbClr>
          </a:solidFill>
          <a:ln w="12700">
            <a:solidFill>
              <a:srgbClr val="5AB89A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Works fully offline 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fallback without API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EDE0FA">
              <a:alpha val="30000"/>
            </a:srgbClr>
          </a:solidFill>
          <a:ln w="12700">
            <a:solidFill>
              <a:srgbClr val="EDE0F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748D"/>
                </a:solidFill>
              </a:rPr>
              <a:t>✦  LIBRARIES &amp; DEPENDENCIES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3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Amore is built on (and what it intentionally avoids)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5AB89A"/>
                </a:solidFill>
              </a:rPr>
              <a:t>LIBRARIES USED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B8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51960" y="138988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AB89A">
              <a:alpha val="30000"/>
            </a:srgbClr>
          </a:solidFill>
          <a:ln w="12700">
            <a:solidFill>
              <a:srgbClr val="5AB89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389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npm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PptxGenJS  4.0.1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PowerPoint generation (this presentation!)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AED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9110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6BAED6">
              <a:alpha val="30000"/>
            </a:srgbClr>
          </a:solidFill>
          <a:ln w="12700">
            <a:solidFill>
              <a:srgbClr val="6BAED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911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CDN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Google Fonts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75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Playfair Display · DM Sans · Caveat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7CC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243230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B07CC6">
              <a:alpha val="30000"/>
            </a:srgbClr>
          </a:solidFill>
          <a:ln w="12700">
            <a:solidFill>
              <a:srgbClr val="B07CC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4323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386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Anthropic JS SDK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5968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Claude API — Amie AI chatbot &amp; RAG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48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29535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C4748D">
              <a:alpha val="30000"/>
            </a:srgbClr>
          </a:solidFill>
          <a:ln w="12700">
            <a:solidFill>
              <a:srgbClr val="C4748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2953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native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Fetch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181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Native browser HTTP — no axios needed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107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4747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4747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native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localStorage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Browser storage as database layer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B8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51960" y="399592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AB89A">
              <a:alpha val="30000"/>
            </a:srgbClr>
          </a:solidFill>
          <a:ln w="12700">
            <a:solidFill>
              <a:srgbClr val="5AB89A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39959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native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950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CSS Custom Properties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Full theming system (light/dark)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4748D"/>
                </a:solidFill>
              </a:rPr>
              <a:t>INTENTIONALLY ZERO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1325880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74920" y="1325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1353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React / Vue / Angular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15636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Vanilla JS is enough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1847088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74920" y="1847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40680" y="1874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Node.js / Express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20848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No backend needed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2368296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74920" y="23682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40680" y="2395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Webpack / Vite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40680" y="26060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No build step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0" y="2889504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74920" y="28895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40680" y="2916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Axios / jQuery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127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fetch() is native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0" y="3410712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74920" y="34107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40680" y="34381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Firebase / Supabase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40680" y="3648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localStorage for now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solidFill>
            <a:srgbClr val="FFF5F8"/>
          </a:solidFill>
          <a:ln w="12700">
            <a:solidFill>
              <a:srgbClr val="F2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74920" y="3931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748D"/>
                </a:solidFill>
              </a:rPr>
              <a:t>✗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40680" y="3959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202C"/>
                </a:solidFill>
              </a:rPr>
              <a:t>npm dependencies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40680" y="4169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</a:rPr>
              <a:t>→ Zero install friction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4748D">
              <a:alpha val="12000"/>
            </a:srgbClr>
          </a:solidFill>
          <a:ln w="12700">
            <a:solidFill>
              <a:srgbClr val="C4748D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8BA0"/>
                </a:solidFill>
              </a:rPr>
              <a:t>💾  DATABASE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  ·  Key-Value Store  ·  Namespaced per user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C4748D">
              <a:alpha val="50000"/>
            </a:srgbClr>
          </a:solidFill>
          <a:ln w="12700">
            <a:solidFill>
              <a:srgbClr val="C4748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Pattern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26664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23944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5624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amore_{uid}_water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26664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23944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35624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drunk today (0–8)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650492"/>
            <a:ext cx="8503920" cy="320040"/>
          </a:xfrm>
          <a:prstGeom prst="rect">
            <a:avLst/>
          </a:prstGeom>
          <a:solidFill>
            <a:srgbClr val="231726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6504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amore_{uid}_habits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26664" y="16504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23944" y="16504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[{name,done,streak}]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35624" y="16504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with streak count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975104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1975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amore_{uid}_mood_log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26664" y="19751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23944" y="1975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[{mood,note,ts}]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35624" y="19751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entries, max 100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299716"/>
            <a:ext cx="8503920" cy="320040"/>
          </a:xfrm>
          <a:prstGeom prst="rect">
            <a:avLst/>
          </a:prstGeom>
          <a:solidFill>
            <a:srgbClr val="231726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22997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amore_{uid}_journal_{date}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26664" y="22997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23944" y="22997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"Felt calm today…"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35624" y="22997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text per day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624328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624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amore_{uid}_chat_history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26664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23944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[{role,content,ts}]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35624" y="2624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history, max 200 msgs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948940"/>
            <a:ext cx="8503920" cy="320040"/>
          </a:xfrm>
          <a:prstGeom prst="rect">
            <a:avLst/>
          </a:prstGeom>
          <a:solidFill>
            <a:srgbClr val="231726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29489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amore_{uid}_gratitude_today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26664" y="29489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23944" y="29489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[{text}]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35624" y="29489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gratitude items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273552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" y="3273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amore_{uid}_skin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26664" y="3273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23944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[0,2,4]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35624" y="32735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skincare steps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598164"/>
            <a:ext cx="8503920" cy="320040"/>
          </a:xfrm>
          <a:prstGeom prst="rect">
            <a:avLst/>
          </a:prstGeom>
          <a:solidFill>
            <a:srgbClr val="231726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35981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amore_{uid}_period_{YYYY-MM}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26664" y="35981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23944" y="35981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[1,2,3,15]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35624" y="35981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days logged this month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922776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3922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amore_{uid}_theme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26664" y="39227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23944" y="3922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"dark" | "light"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35624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theme preference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4247388"/>
            <a:ext cx="8503920" cy="320040"/>
          </a:xfrm>
          <a:prstGeom prst="rect">
            <a:avLst/>
          </a:prstGeom>
          <a:solidFill>
            <a:srgbClr val="231726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" y="42473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amore_users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026664" y="42473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23944" y="42473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{uid:{name,pass}}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35624" y="42473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accounts (shared)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1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amore_session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026664" y="4572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23944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{uid,name,loginAt}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35624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 (shared)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9AA8"/>
                </a:solidFill>
              </a:rPr>
              <a:t>amore_guest_{key}  — guest mode (not logged in)  ·  All values stored as JSON.stringify()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EDE0FA">
              <a:alpha val="35000"/>
            </a:srgbClr>
          </a:solidFill>
          <a:ln w="12700">
            <a:solidFill>
              <a:srgbClr val="EDE0FA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748D"/>
                </a:solidFill>
              </a:rPr>
              <a:t>🏗 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3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2-file app · No backend · Fully client-side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703320" y="914400"/>
            <a:ext cx="1737360" cy="640080"/>
          </a:xfrm>
          <a:prstGeom prst="ellipse">
            <a:avLst/>
          </a:prstGeom>
          <a:solidFill>
            <a:srgbClr val="C4748D"/>
          </a:solidFill>
          <a:ln w="12700">
            <a:solidFill>
              <a:srgbClr val="C474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914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User (Browser)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572768"/>
            <a:ext cx="0" cy="256032"/>
          </a:xfrm>
          <a:prstGeom prst="line">
            <a:avLst/>
          </a:prstGeom>
          <a:noFill/>
          <a:ln w="19050">
            <a:solidFill>
              <a:srgbClr val="7A62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8595360" cy="777240"/>
          </a:xfrm>
          <a:prstGeom prst="rect">
            <a:avLst/>
          </a:prstGeom>
          <a:solidFill>
            <a:srgbClr val="F2C4CE">
              <a:alpha val="30000"/>
            </a:srgbClr>
          </a:solidFill>
          <a:ln w="12700">
            <a:solidFill>
              <a:srgbClr val="C4748D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748D"/>
                </a:solidFill>
              </a:rPr>
              <a:t>UI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9202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202C"/>
                </a:solidFill>
              </a:rPr>
              <a:t>🧭 Nav + Hero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16352" y="19202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202C"/>
                </a:solidFill>
              </a:rPr>
              <a:t>🌸 Mood + Gratitude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61104" y="19202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202C"/>
                </a:solidFill>
              </a:rPr>
              <a:t>💧 Habits + Water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05856" y="19202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05856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202C"/>
                </a:solidFill>
              </a:rPr>
              <a:t>📓 Journal + Notifs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50608" y="19202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4748D">
              <a:alpha val="25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202C"/>
                </a:solidFill>
              </a:rPr>
              <a:t>📊 Stats + Period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624328"/>
            <a:ext cx="0" cy="210312"/>
          </a:xfrm>
          <a:prstGeom prst="line">
            <a:avLst/>
          </a:prstGeom>
          <a:noFill/>
          <a:ln w="19050">
            <a:solidFill>
              <a:srgbClr val="7A62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8595360" cy="731520"/>
          </a:xfrm>
          <a:prstGeom prst="rect">
            <a:avLst/>
          </a:prstGeom>
          <a:solidFill>
            <a:srgbClr val="EDE0FA">
              <a:alpha val="40000"/>
            </a:srgbClr>
          </a:solidFill>
          <a:ln w="12700">
            <a:solidFill>
              <a:srgbClr val="B07CC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346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7CC6"/>
                </a:solidFill>
              </a:rPr>
              <a:t>LOGIC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92608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B07CC6">
              <a:alpha val="22000"/>
            </a:srgbClr>
          </a:solidFill>
          <a:ln w="12700">
            <a:solidFill>
              <a:srgbClr val="B07CC6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2926080"/>
            <a:ext cx="20116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⚙️ App Logic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(index.html)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292608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B07CC6">
              <a:alpha val="22000"/>
            </a:srgbClr>
          </a:solidFill>
          <a:ln w="12700">
            <a:solidFill>
              <a:srgbClr val="B07CC6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926080"/>
            <a:ext cx="20116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💜 Amie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Chatbot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B07CC6">
              <a:alpha val="22000"/>
            </a:srgbClr>
          </a:solidFill>
          <a:ln w="12700">
            <a:solidFill>
              <a:srgbClr val="B07CC6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926080"/>
            <a:ext cx="20116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🔔 Notifications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+ Insights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3584448"/>
            <a:ext cx="0" cy="210312"/>
          </a:xfrm>
          <a:prstGeom prst="line">
            <a:avLst/>
          </a:prstGeom>
          <a:noFill/>
          <a:ln w="19050">
            <a:solidFill>
              <a:srgbClr val="7A62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94760"/>
            <a:ext cx="8595360" cy="685800"/>
          </a:xfrm>
          <a:prstGeom prst="rect">
            <a:avLst/>
          </a:prstGeom>
          <a:solidFill>
            <a:srgbClr val="D8F3EA">
              <a:alpha val="45000"/>
            </a:srgbClr>
          </a:solidFill>
          <a:ln w="12700">
            <a:solidFill>
              <a:srgbClr val="5AB89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947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B89A"/>
                </a:solidFill>
              </a:rPr>
              <a:t>DATA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54480" y="38862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AB89A">
              <a:alpha val="22000"/>
            </a:srgbClr>
          </a:solidFill>
          <a:ln w="12700">
            <a:solidFill>
              <a:srgbClr val="5AB89A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💾 AmoreDB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(db.js)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38862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AB89A">
              <a:alpha val="22000"/>
            </a:srgbClr>
          </a:solidFill>
          <a:ln w="12700">
            <a:solidFill>
              <a:srgbClr val="5AB89A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🗃️ localStorage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(Browser native)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8862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AB89A">
              <a:alpha val="22000"/>
            </a:srgbClr>
          </a:solidFill>
          <a:ln w="12700">
            <a:solidFill>
              <a:srgbClr val="5AB89A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👤 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202C"/>
                </a:solidFill>
              </a:rPr>
              <a:t>+ Users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8D5F5">
              <a:alpha val="50000"/>
            </a:srgbClr>
          </a:solidFill>
          <a:ln w="12700">
            <a:solidFill>
              <a:srgbClr val="B07CC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CC6"/>
                </a:solidFill>
              </a:rPr>
              <a:t>🤖  EXTERNAL  —  Anthropic Claude API  (api.anthropic.com/v1/messages)  ·  Google Fonts CDN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B07CC6">
              <a:alpha val="12000"/>
            </a:srgbClr>
          </a:solidFill>
          <a:ln w="12700">
            <a:solidFill>
              <a:srgbClr val="B07CC6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DE0FA"/>
                </a:solidFill>
              </a:rPr>
              <a:t>💜  AMIE AI  —  RAG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0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Generation · Claude Sonnet 4.6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54480" cy="1280160"/>
          </a:xfrm>
          <a:prstGeom prst="rect">
            <a:avLst/>
          </a:prstGeom>
          <a:solidFill>
            <a:srgbClr val="C4748D">
              <a:alpha val="20000"/>
            </a:srgbClr>
          </a:solidFill>
          <a:ln w="12700">
            <a:solidFill>
              <a:srgbClr val="C4748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042416"/>
            <a:ext cx="457200" cy="365760"/>
          </a:xfrm>
          <a:prstGeom prst="ellipse">
            <a:avLst/>
          </a:prstGeom>
          <a:solidFill>
            <a:srgbClr val="C4748D">
              <a:alpha val="50000"/>
            </a:srgbClr>
          </a:solidFill>
          <a:ln w="12700">
            <a:solidFill>
              <a:srgbClr val="C4748D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042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sends message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1645920"/>
            <a:ext cx="137160" cy="0"/>
          </a:xfrm>
          <a:prstGeom prst="line">
            <a:avLst/>
          </a:prstGeom>
          <a:noFill/>
          <a:ln w="19050">
            <a:solidFill>
              <a:srgbClr val="B09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005840"/>
            <a:ext cx="1554480" cy="1280160"/>
          </a:xfrm>
          <a:prstGeom prst="rect">
            <a:avLst/>
          </a:prstGeom>
          <a:solidFill>
            <a:srgbClr val="B07CC6">
              <a:alpha val="20000"/>
            </a:srgbClr>
          </a:solidFill>
          <a:ln w="12700">
            <a:solidFill>
              <a:srgbClr val="B07CC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042416"/>
            <a:ext cx="457200" cy="365760"/>
          </a:xfrm>
          <a:prstGeom prst="ellipse">
            <a:avLst/>
          </a:prstGeom>
          <a:solidFill>
            <a:srgbClr val="B07CC6">
              <a:alpha val="50000"/>
            </a:srgbClr>
          </a:solidFill>
          <a:ln w="12700">
            <a:solidFill>
              <a:srgbClr val="B07CC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042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84832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AmoreDB reads live user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1645920"/>
            <a:ext cx="137160" cy="0"/>
          </a:xfrm>
          <a:prstGeom prst="line">
            <a:avLst/>
          </a:prstGeom>
          <a:noFill/>
          <a:ln w="19050">
            <a:solidFill>
              <a:srgbClr val="B09A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1005840"/>
            <a:ext cx="1554480" cy="1280160"/>
          </a:xfrm>
          <a:prstGeom prst="rect">
            <a:avLst/>
          </a:prstGeom>
          <a:solidFill>
            <a:srgbClr val="5AB89A">
              <a:alpha val="20000"/>
            </a:srgbClr>
          </a:solidFill>
          <a:ln w="12700">
            <a:solidFill>
              <a:srgbClr val="5AB89A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1042416"/>
            <a:ext cx="457200" cy="365760"/>
          </a:xfrm>
          <a:prstGeom prst="ellipse">
            <a:avLst/>
          </a:prstGeom>
          <a:solidFill>
            <a:srgbClr val="5AB89A">
              <a:alpha val="50000"/>
            </a:srgbClr>
          </a:solidFill>
          <a:ln w="12700">
            <a:solidFill>
              <a:srgbClr val="5AB89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1042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58184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03904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Build RAG context string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0952" y="1645920"/>
            <a:ext cx="137160" cy="0"/>
          </a:xfrm>
          <a:prstGeom prst="line">
            <a:avLst/>
          </a:prstGeom>
          <a:noFill/>
          <a:ln w="19050">
            <a:solidFill>
              <a:srgbClr val="B09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1005840"/>
            <a:ext cx="1554480" cy="1280160"/>
          </a:xfrm>
          <a:prstGeom prst="rect">
            <a:avLst/>
          </a:prstGeom>
          <a:solidFill>
            <a:srgbClr val="6BAED6">
              <a:alpha val="20000"/>
            </a:srgbClr>
          </a:solidFill>
          <a:ln w="12700">
            <a:solidFill>
              <a:srgbClr val="6BAED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1042416"/>
            <a:ext cx="457200" cy="365760"/>
          </a:xfrm>
          <a:prstGeom prst="ellipse">
            <a:avLst/>
          </a:prstGeom>
          <a:solidFill>
            <a:srgbClr val="6BAED6">
              <a:alpha val="50000"/>
            </a:srgbClr>
          </a:solidFill>
          <a:ln w="12700">
            <a:solidFill>
              <a:srgbClr val="6BAED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1042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7256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22976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Claude API 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(system + context)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0024" y="1645920"/>
            <a:ext cx="137160" cy="0"/>
          </a:xfrm>
          <a:prstGeom prst="line">
            <a:avLst/>
          </a:prstGeom>
          <a:noFill/>
          <a:ln w="19050">
            <a:solidFill>
              <a:srgbClr val="B09A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1005840"/>
            <a:ext cx="1554480" cy="1280160"/>
          </a:xfrm>
          <a:prstGeom prst="rect">
            <a:avLst/>
          </a:prstGeom>
          <a:solidFill>
            <a:srgbClr val="9B7CC6">
              <a:alpha val="20000"/>
            </a:srgbClr>
          </a:solidFill>
          <a:ln w="12700">
            <a:solidFill>
              <a:srgbClr val="9B7CC6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1042416"/>
            <a:ext cx="457200" cy="365760"/>
          </a:xfrm>
          <a:prstGeom prst="ellipse">
            <a:avLst/>
          </a:prstGeom>
          <a:solidFill>
            <a:srgbClr val="9B7CC6">
              <a:alpha val="50000"/>
            </a:srgbClr>
          </a:solidFill>
          <a:ln w="12700">
            <a:solidFill>
              <a:srgbClr val="9B7CC6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1042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96328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💜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42048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Amie replies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personalised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423160"/>
            <a:ext cx="8503920" cy="2331720"/>
          </a:xfrm>
          <a:prstGeom prst="rect">
            <a:avLst/>
          </a:prstGeom>
          <a:solidFill>
            <a:srgbClr val="231726"/>
          </a:solidFill>
          <a:ln w="12700">
            <a:solidFill>
              <a:srgbClr val="B07CC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7CC6"/>
                </a:solidFill>
              </a:rPr>
              <a:t>RAG CONTEXT SNAPSHOT  (injected into every API call as system prompt)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 context — today is Mon Apr 07 2026]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3063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Water: 3/8 glasses today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3337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Habits: 2/5 done  ·  Morning stretch ✓, Take vitamins ✓, Read for 10 min...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Mood log (recent): 🌸 Glowing (Mon Apr 07), 🌤 Okay (Sun Apr 06)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Skincare: 3/5 steps done (Cleanse, Toner, Vitamin C Serum)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Journal today: "felt a bit tired but showed up for myself..."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Day streak: 5  ·  Gratitude today: my coffee, sunny weather, called mum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F2C4CE">
              <a:alpha val="35000"/>
            </a:srgbClr>
          </a:solidFill>
          <a:ln w="12700">
            <a:solidFill>
              <a:srgbClr val="F2C4CE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748D"/>
                </a:solidFill>
              </a:rPr>
              <a:t>🔍  DATABASE VIEWER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3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table view of your localStorage data — built into the app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F5ECD7"/>
          </a:solidFill>
          <a:ln w="12700">
            <a:solidFill>
              <a:srgbClr val="F2C4CE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69848"/>
            <a:ext cx="155448" cy="15544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69848"/>
            <a:ext cx="155448" cy="15544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069848"/>
            <a:ext cx="155448" cy="15544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270"/>
                </a:solidFill>
              </a:rPr>
              <a:t>✦  Amore — Database Viewer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8503920" cy="320040"/>
          </a:xfrm>
          <a:prstGeom prst="rect">
            <a:avLst/>
          </a:prstGeom>
          <a:solidFill>
            <a:srgbClr val="C4748D">
              <a:alpha val="30000"/>
            </a:srgbClr>
          </a:solidFill>
          <a:ln w="12700">
            <a:solidFill>
              <a:srgbClr val="C4748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1325880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 (live)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Last Updated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64208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1664208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1664208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14:32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988820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8882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1988820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1988820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done (streaks: 7🔥)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98882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13:15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313432"/>
            <a:ext cx="850392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mood_log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2313432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77640" y="2313432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Glowing · 🌤 Okay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11:04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638044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638044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journal_Mon Apr 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0360" y="2638044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77640" y="2638044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"felt calm today..."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2638044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09:42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962656"/>
            <a:ext cx="850392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chat_history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80360" y="2962656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77640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messages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14:55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287268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287268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80360" y="3287268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3287268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"dark"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3287268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611880"/>
            <a:ext cx="850392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880360" y="3611880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776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55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00:01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936492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936492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gratitude_today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880360" y="3936492"/>
            <a:ext cx="10058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77640" y="3936492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items logged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55080" y="3936492"/>
            <a:ext cx="2377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10:30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270"/>
                </a:solidFill>
              </a:rPr>
              <a:t>🔄  Refreshes live as you use the app  ·  Click any row to inspect full JSON  ·  Export button → download all data as .json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C4748D">
              <a:alpha val="18000"/>
            </a:srgbClr>
          </a:solidFill>
          <a:ln w="12700">
            <a:solidFill>
              <a:srgbClr val="C4748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B07CC6">
              <a:alpha val="13000"/>
            </a:srgbClr>
          </a:solidFill>
          <a:ln w="12700">
            <a:solidFill>
              <a:srgbClr val="B07CC6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D98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girl 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localStorage key-value · namespaced per user · no backend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85232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2-file app (index.html + db.js) · all logic client-side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4436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AI Chatbot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RAG injection · Claude Sonnet 4.6 · chat history persisted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94436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85232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HTML5 · CSS3 · Vanilla JS · Zero npm dependencies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8561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7552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Privacy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100% on-device · no tracking · works offline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3931920" cy="731520"/>
          </a:xfrm>
          <a:prstGeom prst="rect">
            <a:avLst/>
          </a:prstGeom>
          <a:solidFill>
            <a:srgbClr val="2A1D2E"/>
          </a:solidFill>
          <a:ln w="12700">
            <a:solidFill>
              <a:srgbClr val="C4748D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78561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85232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BA0"/>
                </a:solidFill>
              </a:rPr>
              <a:t>Multi-user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AA8"/>
                </a:solidFill>
              </a:rPr>
              <a:t>Each account isolated · guest mode supported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9AA8"/>
                </a:solidFill>
              </a:rPr>
              <a:t>100% private  ·  no ads  ·  made with love  ·  t.me/niriri1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Amore — Wellness App</dc:title>
  <dc:subject>PptxGenJS Presentation</dc:subject>
  <dc:creator>Amore Team</dc:creator>
  <cp:lastModifiedBy>Amore Team</cp:lastModifiedBy>
  <cp:revision>1</cp:revision>
  <dcterms:created xsi:type="dcterms:W3CDTF">2026-04-07T10:56:30Z</dcterms:created>
  <dcterms:modified xsi:type="dcterms:W3CDTF">2026-04-07T10:56:30Z</dcterms:modified>
</cp:coreProperties>
</file>